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1"/>
  </p:sldMasterIdLst>
  <p:notesMasterIdLst>
    <p:notesMasterId r:id="rId13"/>
  </p:notesMasterIdLst>
  <p:sldIdLst>
    <p:sldId id="543" r:id="rId2"/>
    <p:sldId id="544" r:id="rId3"/>
    <p:sldId id="702" r:id="rId4"/>
    <p:sldId id="713" r:id="rId5"/>
    <p:sldId id="712" r:id="rId6"/>
    <p:sldId id="707" r:id="rId7"/>
    <p:sldId id="710" r:id="rId8"/>
    <p:sldId id="708" r:id="rId9"/>
    <p:sldId id="715" r:id="rId10"/>
    <p:sldId id="716" r:id="rId11"/>
    <p:sldId id="683" r:id="rId12"/>
  </p:sldIdLst>
  <p:sldSz cx="9144000" cy="5143500" type="screen16x9"/>
  <p:notesSz cx="6797675" cy="9926638"/>
  <p:defaultTextStyle>
    <a:defPPr>
      <a:defRPr lang="en-US"/>
    </a:defPPr>
    <a:lvl1pPr marL="0" algn="l" defTabSz="639440" rtl="0" eaLnBrk="1" latinLnBrk="0" hangingPunct="1">
      <a:defRPr sz="2498" kern="1200">
        <a:solidFill>
          <a:schemeClr val="tx1"/>
        </a:solidFill>
        <a:latin typeface="+mn-lt"/>
        <a:ea typeface="+mn-ea"/>
        <a:cs typeface="+mn-cs"/>
      </a:defRPr>
    </a:lvl1pPr>
    <a:lvl2pPr marL="639440" algn="l" defTabSz="639440" rtl="0" eaLnBrk="1" latinLnBrk="0" hangingPunct="1">
      <a:defRPr sz="2498" kern="1200">
        <a:solidFill>
          <a:schemeClr val="tx1"/>
        </a:solidFill>
        <a:latin typeface="+mn-lt"/>
        <a:ea typeface="+mn-ea"/>
        <a:cs typeface="+mn-cs"/>
      </a:defRPr>
    </a:lvl2pPr>
    <a:lvl3pPr marL="1278879" algn="l" defTabSz="639440" rtl="0" eaLnBrk="1" latinLnBrk="0" hangingPunct="1">
      <a:defRPr sz="2498" kern="1200">
        <a:solidFill>
          <a:schemeClr val="tx1"/>
        </a:solidFill>
        <a:latin typeface="+mn-lt"/>
        <a:ea typeface="+mn-ea"/>
        <a:cs typeface="+mn-cs"/>
      </a:defRPr>
    </a:lvl3pPr>
    <a:lvl4pPr marL="1918319" algn="l" defTabSz="639440" rtl="0" eaLnBrk="1" latinLnBrk="0" hangingPunct="1">
      <a:defRPr sz="2498" kern="1200">
        <a:solidFill>
          <a:schemeClr val="tx1"/>
        </a:solidFill>
        <a:latin typeface="+mn-lt"/>
        <a:ea typeface="+mn-ea"/>
        <a:cs typeface="+mn-cs"/>
      </a:defRPr>
    </a:lvl4pPr>
    <a:lvl5pPr marL="2557758" algn="l" defTabSz="639440" rtl="0" eaLnBrk="1" latinLnBrk="0" hangingPunct="1">
      <a:defRPr sz="2498" kern="1200">
        <a:solidFill>
          <a:schemeClr val="tx1"/>
        </a:solidFill>
        <a:latin typeface="+mn-lt"/>
        <a:ea typeface="+mn-ea"/>
        <a:cs typeface="+mn-cs"/>
      </a:defRPr>
    </a:lvl5pPr>
    <a:lvl6pPr marL="3197198" algn="l" defTabSz="639440" rtl="0" eaLnBrk="1" latinLnBrk="0" hangingPunct="1">
      <a:defRPr sz="2498" kern="1200">
        <a:solidFill>
          <a:schemeClr val="tx1"/>
        </a:solidFill>
        <a:latin typeface="+mn-lt"/>
        <a:ea typeface="+mn-ea"/>
        <a:cs typeface="+mn-cs"/>
      </a:defRPr>
    </a:lvl6pPr>
    <a:lvl7pPr marL="3836638" algn="l" defTabSz="639440" rtl="0" eaLnBrk="1" latinLnBrk="0" hangingPunct="1">
      <a:defRPr sz="2498" kern="1200">
        <a:solidFill>
          <a:schemeClr val="tx1"/>
        </a:solidFill>
        <a:latin typeface="+mn-lt"/>
        <a:ea typeface="+mn-ea"/>
        <a:cs typeface="+mn-cs"/>
      </a:defRPr>
    </a:lvl7pPr>
    <a:lvl8pPr marL="4476076" algn="l" defTabSz="639440" rtl="0" eaLnBrk="1" latinLnBrk="0" hangingPunct="1">
      <a:defRPr sz="2498" kern="1200">
        <a:solidFill>
          <a:schemeClr val="tx1"/>
        </a:solidFill>
        <a:latin typeface="+mn-lt"/>
        <a:ea typeface="+mn-ea"/>
        <a:cs typeface="+mn-cs"/>
      </a:defRPr>
    </a:lvl8pPr>
    <a:lvl9pPr marL="5115516" algn="l" defTabSz="639440" rtl="0" eaLnBrk="1" latinLnBrk="0" hangingPunct="1">
      <a:defRPr sz="249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72" userDrawn="1">
          <p15:clr>
            <a:srgbClr val="A4A3A4"/>
          </p15:clr>
        </p15:guide>
        <p15:guide id="4" pos="5488" userDrawn="1">
          <p15:clr>
            <a:srgbClr val="A4A3A4"/>
          </p15:clr>
        </p15:guide>
        <p15:guide id="7" orient="horz" pos="2981" userDrawn="1">
          <p15:clr>
            <a:srgbClr val="A4A3A4"/>
          </p15:clr>
        </p15:guide>
        <p15:guide id="8" orient="horz" pos="373" userDrawn="1">
          <p15:clr>
            <a:srgbClr val="A4A3A4"/>
          </p15:clr>
        </p15:guide>
        <p15:guide id="9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1F37"/>
    <a:srgbClr val="A786C2"/>
    <a:srgbClr val="7396AC"/>
    <a:srgbClr val="F8C39B"/>
    <a:srgbClr val="8784C2"/>
    <a:srgbClr val="FFFFFF"/>
    <a:srgbClr val="2F7C91"/>
    <a:srgbClr val="617297"/>
    <a:srgbClr val="A6A6A6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6D9F66E-5EB9-4882-86FB-DCBF35E3C3E4}" styleName="보통 스타일 4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88" autoAdjust="0"/>
    <p:restoredTop sz="89286" autoAdjust="0"/>
  </p:normalViewPr>
  <p:slideViewPr>
    <p:cSldViewPr snapToGrid="0" snapToObjects="1" showGuides="1">
      <p:cViewPr varScale="1">
        <p:scale>
          <a:sx n="116" d="100"/>
          <a:sy n="116" d="100"/>
        </p:scale>
        <p:origin x="689" y="107"/>
      </p:cViewPr>
      <p:guideLst>
        <p:guide pos="272"/>
        <p:guide pos="5488"/>
        <p:guide orient="horz" pos="2981"/>
        <p:guide orient="horz" pos="373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 showGuides="1">
      <p:cViewPr varScale="1">
        <p:scale>
          <a:sx n="65" d="100"/>
          <a:sy n="65" d="100"/>
        </p:scale>
        <p:origin x="4690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6DD445-21A3-4C7C-8A61-928DA8685C18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625A57-D2E9-4400-81D1-C640DCE2E5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1584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625A57-D2E9-4400-81D1-C640DCE2E540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70431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625A57-D2E9-4400-81D1-C640DCE2E540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2449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625A57-D2E9-4400-81D1-C640DCE2E540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75248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625A57-D2E9-4400-81D1-C640DCE2E54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65616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625A57-D2E9-4400-81D1-C640DCE2E540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10657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625A57-D2E9-4400-81D1-C640DCE2E540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67934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625A57-D2E9-4400-81D1-C640DCE2E540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84884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625A57-D2E9-4400-81D1-C640DCE2E540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18252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625A57-D2E9-4400-81D1-C640DCE2E540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28755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625A57-D2E9-4400-81D1-C640DCE2E540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26737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625A57-D2E9-4400-81D1-C640DCE2E540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78108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_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8" name="제목 2">
            <a:extLst>
              <a:ext uri="{FF2B5EF4-FFF2-40B4-BE49-F238E27FC236}">
                <a16:creationId xmlns:a16="http://schemas.microsoft.com/office/drawing/2014/main" id="{6EDC6F8B-A081-4034-A2E8-DB4590A55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3388" y="308968"/>
            <a:ext cx="7665860" cy="244673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407" b="1" spc="-24" baseline="0">
                <a:solidFill>
                  <a:srgbClr val="4C4C4E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9" name="내용 개체 틀 6">
            <a:extLst>
              <a:ext uri="{FF2B5EF4-FFF2-40B4-BE49-F238E27FC236}">
                <a16:creationId xmlns:a16="http://schemas.microsoft.com/office/drawing/2014/main" id="{75E9B8C8-679A-4ACD-AC51-C2B2C142F07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25503" y="565073"/>
            <a:ext cx="7663743" cy="18299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buNone/>
              <a:defRPr sz="844" spc="-24" baseline="0">
                <a:solidFill>
                  <a:srgbClr val="4C4C4E"/>
                </a:solidFill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0" name="텍스트 개체 틀 8">
            <a:extLst>
              <a:ext uri="{FF2B5EF4-FFF2-40B4-BE49-F238E27FC236}">
                <a16:creationId xmlns:a16="http://schemas.microsoft.com/office/drawing/2014/main" id="{CB99A2F3-0EDC-4D95-9842-2C5F0955C8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7937" y="308967"/>
            <a:ext cx="425450" cy="244741"/>
          </a:xfrm>
          <a:prstGeom prst="rect">
            <a:avLst/>
          </a:prstGeom>
        </p:spPr>
        <p:txBody>
          <a:bodyPr lIns="0" tIns="25200" rIns="0" bIns="0"/>
          <a:lstStyle>
            <a:lvl1pPr marL="0" indent="0" algn="l">
              <a:buNone/>
              <a:defRPr sz="844" spc="-24" baseline="0">
                <a:solidFill>
                  <a:srgbClr val="4C4C4E"/>
                </a:solidFill>
              </a:defRPr>
            </a:lvl1pPr>
          </a:lstStyle>
          <a:p>
            <a:pPr lvl="0"/>
            <a:r>
              <a:rPr lang="en-US" altLang="ko-KR" dirty="0"/>
              <a:t>00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39841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1"/>
            <a:ext cx="9144000" cy="5143500"/>
          </a:xfrm>
          <a:prstGeom prst="rect">
            <a:avLst/>
          </a:prstGeom>
          <a:solidFill>
            <a:srgbClr val="4C4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1435" tIns="25717" rIns="51435" bIns="25717" rtlCol="0" anchor="ctr"/>
          <a:lstStyle/>
          <a:p>
            <a:pPr algn="ctr"/>
            <a:endParaRPr lang="en-US" sz="723" dirty="0"/>
          </a:p>
        </p:txBody>
      </p:sp>
    </p:spTree>
    <p:extLst>
      <p:ext uri="{BB962C8B-B14F-4D97-AF65-F5344CB8AC3E}">
        <p14:creationId xmlns:p14="http://schemas.microsoft.com/office/powerpoint/2010/main" val="1603591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6284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목차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4"/>
          <p:cNvSpPr/>
          <p:nvPr userDrawn="1"/>
        </p:nvSpPr>
        <p:spPr>
          <a:xfrm>
            <a:off x="0" y="1"/>
            <a:ext cx="9144000" cy="51435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98"/>
          </a:p>
        </p:txBody>
      </p:sp>
      <p:sp>
        <p:nvSpPr>
          <p:cNvPr id="7" name="제목 2">
            <a:extLst>
              <a:ext uri="{FF2B5EF4-FFF2-40B4-BE49-F238E27FC236}">
                <a16:creationId xmlns:a16="http://schemas.microsoft.com/office/drawing/2014/main" id="{7C429925-B39D-45BC-B658-20D5C42A6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40" y="493792"/>
            <a:ext cx="7704137" cy="408347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2198" b="1" spc="-60" baseline="0">
                <a:solidFill>
                  <a:srgbClr val="4C4C4E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804012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_A-02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0264"/>
          </a:xfrm>
          <a:prstGeom prst="rect">
            <a:avLst/>
          </a:prstGeom>
        </p:spPr>
      </p:pic>
      <p:sp>
        <p:nvSpPr>
          <p:cNvPr id="4" name="제목 2">
            <a:extLst>
              <a:ext uri="{FF2B5EF4-FFF2-40B4-BE49-F238E27FC236}">
                <a16:creationId xmlns:a16="http://schemas.microsoft.com/office/drawing/2014/main" id="{7C429925-B39D-45BC-B658-20D5C42A6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9" y="493791"/>
            <a:ext cx="7704137" cy="408347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2198" b="1" spc="-60" baseline="0">
                <a:solidFill>
                  <a:srgbClr val="4C4C4E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5" name="내용 개체 틀 6">
            <a:extLst>
              <a:ext uri="{FF2B5EF4-FFF2-40B4-BE49-F238E27FC236}">
                <a16:creationId xmlns:a16="http://schemas.microsoft.com/office/drawing/2014/main" id="{19A3D46A-9087-41B3-8F2F-ECCEFAA0889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20727" y="902138"/>
            <a:ext cx="7704137" cy="325014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buNone/>
              <a:defRPr sz="1299" spc="-60" baseline="0">
                <a:solidFill>
                  <a:srgbClr val="4C4C4E"/>
                </a:solidFill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6" name="텍스트 개체 틀 8">
            <a:extLst>
              <a:ext uri="{FF2B5EF4-FFF2-40B4-BE49-F238E27FC236}">
                <a16:creationId xmlns:a16="http://schemas.microsoft.com/office/drawing/2014/main" id="{A7827593-FF00-42F3-B265-F7D7EEC624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0050" y="493791"/>
            <a:ext cx="319088" cy="408347"/>
          </a:xfrm>
          <a:prstGeom prst="rect">
            <a:avLst/>
          </a:prstGeom>
          <a:ln>
            <a:noFill/>
          </a:ln>
        </p:spPr>
        <p:txBody>
          <a:bodyPr lIns="0" tIns="18000" rIns="0" bIns="0"/>
          <a:lstStyle>
            <a:lvl1pPr marL="0" indent="0" algn="l">
              <a:buNone/>
              <a:defRPr sz="1499">
                <a:solidFill>
                  <a:srgbClr val="4C4C4E"/>
                </a:solidFill>
              </a:defRPr>
            </a:lvl1pPr>
          </a:lstStyle>
          <a:p>
            <a:pPr lvl="0"/>
            <a:r>
              <a:rPr lang="en-US" altLang="ko-KR" dirty="0"/>
              <a:t>00</a:t>
            </a:r>
            <a:endParaRPr lang="ko-KR" altLang="en-US" dirty="0"/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E7D3DD72-A510-4BD1-82D9-80770A71BFDA}"/>
              </a:ext>
            </a:extLst>
          </p:cNvPr>
          <p:cNvSpPr/>
          <p:nvPr userDrawn="1"/>
        </p:nvSpPr>
        <p:spPr>
          <a:xfrm>
            <a:off x="8703646" y="4749300"/>
            <a:ext cx="291426" cy="2152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fld id="{88B3AE5A-10BA-4173-8E7E-D8F2BB88D393}" type="slidenum">
              <a:rPr kumimoji="1" lang="en-US" altLang="ko-KR" sz="799" spc="-60">
                <a:solidFill>
                  <a:srgbClr val="4C4C4E"/>
                </a:solidFill>
                <a:latin typeface="+mn-ea"/>
                <a:cs typeface="굴림" pitchFamily="50" charset="-127"/>
              </a:rPr>
              <a:pPr algn="ctr"/>
              <a:t>‹#›</a:t>
            </a:fld>
            <a:endParaRPr lang="en-US" sz="799" dirty="0">
              <a:solidFill>
                <a:srgbClr val="4C4C4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4071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9272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목차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5">
            <a:extLst>
              <a:ext uri="{FF2B5EF4-FFF2-40B4-BE49-F238E27FC236}">
                <a16:creationId xmlns:a16="http://schemas.microsoft.com/office/drawing/2014/main" id="{50A1F2A4-0262-46CF-BE61-BC3D00F607E2}"/>
              </a:ext>
            </a:extLst>
          </p:cNvPr>
          <p:cNvSpPr/>
          <p:nvPr userDrawn="1"/>
        </p:nvSpPr>
        <p:spPr>
          <a:xfrm>
            <a:off x="0" y="1"/>
            <a:ext cx="9144000" cy="5143500"/>
          </a:xfrm>
          <a:prstGeom prst="rect">
            <a:avLst/>
          </a:prstGeom>
          <a:solidFill>
            <a:srgbClr val="4C4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98"/>
          </a:p>
        </p:txBody>
      </p:sp>
    </p:spTree>
    <p:extLst>
      <p:ext uri="{BB962C8B-B14F-4D97-AF65-F5344CB8AC3E}">
        <p14:creationId xmlns:p14="http://schemas.microsoft.com/office/powerpoint/2010/main" val="2110675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엔딩커버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D:\김소리\홍보팀\CI BI\CI_BI\그룹사 CI BI\CI BI 디자인 가이드\그룹사 CI\기본형_Full color\kt skylife_기본형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6188" y="2403919"/>
            <a:ext cx="1591967" cy="418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3606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19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5303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4" r:id="rId4"/>
    <p:sldLayoutId id="2147483677" r:id="rId5"/>
    <p:sldLayoutId id="2147483678" r:id="rId6"/>
    <p:sldLayoutId id="2147483679" r:id="rId7"/>
    <p:sldLayoutId id="2147483680" r:id="rId8"/>
  </p:sldLayoutIdLst>
  <p:txStyles>
    <p:titleStyle>
      <a:lvl1pPr algn="ctr" defTabSz="257208" rtl="0" eaLnBrk="1" latinLnBrk="1" hangingPunct="1">
        <a:spcBef>
          <a:spcPct val="0"/>
        </a:spcBef>
        <a:buNone/>
        <a:defRPr sz="249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2906" indent="-192906" algn="l" defTabSz="257208" rtl="0" eaLnBrk="1" latinLnBrk="1" hangingPunct="1">
        <a:spcBef>
          <a:spcPct val="20000"/>
        </a:spcBef>
        <a:buFont typeface="Arial"/>
        <a:buChar char="•"/>
        <a:defRPr sz="1808" kern="1200">
          <a:solidFill>
            <a:schemeClr val="tx1"/>
          </a:solidFill>
          <a:latin typeface="+mn-lt"/>
          <a:ea typeface="+mn-ea"/>
          <a:cs typeface="+mn-cs"/>
        </a:defRPr>
      </a:lvl1pPr>
      <a:lvl2pPr marL="417963" indent="-160755" algn="l" defTabSz="257208" rtl="0" eaLnBrk="1" latinLnBrk="1" hangingPunct="1">
        <a:spcBef>
          <a:spcPct val="20000"/>
        </a:spcBef>
        <a:buFont typeface="Arial"/>
        <a:buChar char="–"/>
        <a:defRPr sz="1568" kern="1200">
          <a:solidFill>
            <a:schemeClr val="tx1"/>
          </a:solidFill>
          <a:latin typeface="+mn-lt"/>
          <a:ea typeface="+mn-ea"/>
          <a:cs typeface="+mn-cs"/>
        </a:defRPr>
      </a:lvl2pPr>
      <a:lvl3pPr marL="643021" indent="-128604" algn="l" defTabSz="257208" rtl="0" eaLnBrk="1" latinLnBrk="1" hangingPunct="1">
        <a:spcBef>
          <a:spcPct val="20000"/>
        </a:spcBef>
        <a:buFont typeface="Arial"/>
        <a:buChar char="•"/>
        <a:defRPr sz="1366" kern="1200">
          <a:solidFill>
            <a:schemeClr val="tx1"/>
          </a:solidFill>
          <a:latin typeface="+mn-lt"/>
          <a:ea typeface="+mn-ea"/>
          <a:cs typeface="+mn-cs"/>
        </a:defRPr>
      </a:lvl3pPr>
      <a:lvl4pPr marL="900230" indent="-128604" algn="l" defTabSz="257208" rtl="0" eaLnBrk="1" latinLnBrk="1" hangingPunct="1">
        <a:spcBef>
          <a:spcPct val="20000"/>
        </a:spcBef>
        <a:buFont typeface="Arial"/>
        <a:buChar char="–"/>
        <a:defRPr sz="1125" kern="1200">
          <a:solidFill>
            <a:schemeClr val="tx1"/>
          </a:solidFill>
          <a:latin typeface="+mn-lt"/>
          <a:ea typeface="+mn-ea"/>
          <a:cs typeface="+mn-cs"/>
        </a:defRPr>
      </a:lvl4pPr>
      <a:lvl5pPr marL="1157438" indent="-128604" algn="l" defTabSz="257208" rtl="0" eaLnBrk="1" latinLnBrk="1" hangingPunct="1">
        <a:spcBef>
          <a:spcPct val="20000"/>
        </a:spcBef>
        <a:buFont typeface="Arial"/>
        <a:buChar char="»"/>
        <a:defRPr sz="1125" kern="1200">
          <a:solidFill>
            <a:schemeClr val="tx1"/>
          </a:solidFill>
          <a:latin typeface="+mn-lt"/>
          <a:ea typeface="+mn-ea"/>
          <a:cs typeface="+mn-cs"/>
        </a:defRPr>
      </a:lvl5pPr>
      <a:lvl6pPr marL="1414647" indent="-128604" algn="l" defTabSz="257208" rtl="0" eaLnBrk="1" latinLnBrk="1" hangingPunct="1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671855" indent="-128604" algn="l" defTabSz="257208" rtl="0" eaLnBrk="1" latinLnBrk="1" hangingPunct="1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1929063" indent="-128604" algn="l" defTabSz="257208" rtl="0" eaLnBrk="1" latinLnBrk="1" hangingPunct="1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186272" indent="-128604" algn="l" defTabSz="257208" rtl="0" eaLnBrk="1" latinLnBrk="1" hangingPunct="1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7208" rtl="0" eaLnBrk="1" latinLnBrk="1" hangingPunct="1">
        <a:defRPr sz="1005" kern="1200">
          <a:solidFill>
            <a:schemeClr val="tx1"/>
          </a:solidFill>
          <a:latin typeface="+mn-lt"/>
          <a:ea typeface="+mn-ea"/>
          <a:cs typeface="+mn-cs"/>
        </a:defRPr>
      </a:lvl1pPr>
      <a:lvl2pPr marL="257208" algn="l" defTabSz="257208" rtl="0" eaLnBrk="1" latinLnBrk="1" hangingPunct="1">
        <a:defRPr sz="1005" kern="1200">
          <a:solidFill>
            <a:schemeClr val="tx1"/>
          </a:solidFill>
          <a:latin typeface="+mn-lt"/>
          <a:ea typeface="+mn-ea"/>
          <a:cs typeface="+mn-cs"/>
        </a:defRPr>
      </a:lvl2pPr>
      <a:lvl3pPr marL="514417" algn="l" defTabSz="257208" rtl="0" eaLnBrk="1" latinLnBrk="1" hangingPunct="1">
        <a:defRPr sz="1005" kern="1200">
          <a:solidFill>
            <a:schemeClr val="tx1"/>
          </a:solidFill>
          <a:latin typeface="+mn-lt"/>
          <a:ea typeface="+mn-ea"/>
          <a:cs typeface="+mn-cs"/>
        </a:defRPr>
      </a:lvl3pPr>
      <a:lvl4pPr marL="771626" algn="l" defTabSz="257208" rtl="0" eaLnBrk="1" latinLnBrk="1" hangingPunct="1">
        <a:defRPr sz="1005" kern="1200">
          <a:solidFill>
            <a:schemeClr val="tx1"/>
          </a:solidFill>
          <a:latin typeface="+mn-lt"/>
          <a:ea typeface="+mn-ea"/>
          <a:cs typeface="+mn-cs"/>
        </a:defRPr>
      </a:lvl4pPr>
      <a:lvl5pPr marL="1028834" algn="l" defTabSz="257208" rtl="0" eaLnBrk="1" latinLnBrk="1" hangingPunct="1">
        <a:defRPr sz="1005" kern="1200">
          <a:solidFill>
            <a:schemeClr val="tx1"/>
          </a:solidFill>
          <a:latin typeface="+mn-lt"/>
          <a:ea typeface="+mn-ea"/>
          <a:cs typeface="+mn-cs"/>
        </a:defRPr>
      </a:lvl5pPr>
      <a:lvl6pPr marL="1286043" algn="l" defTabSz="257208" rtl="0" eaLnBrk="1" latinLnBrk="1" hangingPunct="1">
        <a:defRPr sz="1005" kern="1200">
          <a:solidFill>
            <a:schemeClr val="tx1"/>
          </a:solidFill>
          <a:latin typeface="+mn-lt"/>
          <a:ea typeface="+mn-ea"/>
          <a:cs typeface="+mn-cs"/>
        </a:defRPr>
      </a:lvl6pPr>
      <a:lvl7pPr marL="1543251" algn="l" defTabSz="257208" rtl="0" eaLnBrk="1" latinLnBrk="1" hangingPunct="1">
        <a:defRPr sz="1005" kern="1200">
          <a:solidFill>
            <a:schemeClr val="tx1"/>
          </a:solidFill>
          <a:latin typeface="+mn-lt"/>
          <a:ea typeface="+mn-ea"/>
          <a:cs typeface="+mn-cs"/>
        </a:defRPr>
      </a:lvl7pPr>
      <a:lvl8pPr marL="1800459" algn="l" defTabSz="257208" rtl="0" eaLnBrk="1" latinLnBrk="1" hangingPunct="1">
        <a:defRPr sz="1005" kern="1200">
          <a:solidFill>
            <a:schemeClr val="tx1"/>
          </a:solidFill>
          <a:latin typeface="+mn-lt"/>
          <a:ea typeface="+mn-ea"/>
          <a:cs typeface="+mn-cs"/>
        </a:defRPr>
      </a:lvl8pPr>
      <a:lvl9pPr marL="2057667" algn="l" defTabSz="257208" rtl="0" eaLnBrk="1" latinLnBrk="1" hangingPunct="1">
        <a:defRPr sz="10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그룹 29">
            <a:extLst>
              <a:ext uri="{FF2B5EF4-FFF2-40B4-BE49-F238E27FC236}">
                <a16:creationId xmlns:a16="http://schemas.microsoft.com/office/drawing/2014/main" id="{65D63F06-E2FD-438F-A172-4178FF733DED}"/>
              </a:ext>
            </a:extLst>
          </p:cNvPr>
          <p:cNvGrpSpPr/>
          <p:nvPr/>
        </p:nvGrpSpPr>
        <p:grpSpPr>
          <a:xfrm>
            <a:off x="0" y="0"/>
            <a:ext cx="9135541" cy="5143500"/>
            <a:chOff x="0" y="0"/>
            <a:chExt cx="9144000" cy="5148263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F49C264E-37B1-4075-8A61-042240F54ECD}"/>
                </a:ext>
              </a:extLst>
            </p:cNvPr>
            <p:cNvSpPr/>
            <p:nvPr/>
          </p:nvSpPr>
          <p:spPr>
            <a:xfrm>
              <a:off x="0" y="0"/>
              <a:ext cx="9144000" cy="5148263"/>
            </a:xfrm>
            <a:prstGeom prst="rect">
              <a:avLst/>
            </a:prstGeom>
            <a:solidFill>
              <a:srgbClr val="E3E3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355" tIns="45678" rIns="91355" bIns="4567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496"/>
            </a:p>
          </p:txBody>
        </p:sp>
        <p:pic>
          <p:nvPicPr>
            <p:cNvPr id="32" name="그림 31">
              <a:extLst>
                <a:ext uri="{FF2B5EF4-FFF2-40B4-BE49-F238E27FC236}">
                  <a16:creationId xmlns:a16="http://schemas.microsoft.com/office/drawing/2014/main" id="{3A82949C-08A3-4B5A-BE68-80154E4A256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-3262" t="6064" r="-1" b="7468"/>
            <a:stretch/>
          </p:blipFill>
          <p:spPr>
            <a:xfrm>
              <a:off x="300344" y="0"/>
              <a:ext cx="8197516" cy="5148263"/>
            </a:xfrm>
            <a:prstGeom prst="rect">
              <a:avLst/>
            </a:prstGeom>
          </p:spPr>
        </p:pic>
      </p:grpSp>
      <p:sp>
        <p:nvSpPr>
          <p:cNvPr id="4" name="제목 1"/>
          <p:cNvSpPr txBox="1">
            <a:spLocks/>
          </p:cNvSpPr>
          <p:nvPr/>
        </p:nvSpPr>
        <p:spPr>
          <a:xfrm>
            <a:off x="703427" y="1654668"/>
            <a:ext cx="6130866" cy="7775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 defTabSz="914229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10000"/>
              </a:lnSpc>
              <a:defRPr/>
            </a:pPr>
            <a:r>
              <a:rPr lang="ko-KR" altLang="en-US" sz="2398" b="1" spc="-60" dirty="0" err="1">
                <a:solidFill>
                  <a:srgbClr val="4C4C4E"/>
                </a:solidFill>
                <a:latin typeface="Malgun Gothic"/>
                <a:cs typeface="Malgun Gothic"/>
              </a:rPr>
              <a:t>스카이라이프</a:t>
            </a:r>
            <a:r>
              <a:rPr lang="ko-KR" altLang="en-US" sz="2398" b="1" spc="-60" dirty="0">
                <a:solidFill>
                  <a:srgbClr val="4C4C4E"/>
                </a:solidFill>
                <a:latin typeface="Malgun Gothic"/>
                <a:cs typeface="Malgun Gothic"/>
              </a:rPr>
              <a:t> </a:t>
            </a:r>
            <a:r>
              <a:rPr lang="ko-KR" altLang="en-US" sz="2398" b="1" spc="-60" dirty="0" smtClean="0">
                <a:solidFill>
                  <a:srgbClr val="4C4C4E"/>
                </a:solidFill>
                <a:latin typeface="Malgun Gothic"/>
                <a:cs typeface="Malgun Gothic"/>
              </a:rPr>
              <a:t>홈페이지 시스템</a:t>
            </a:r>
            <a:endParaRPr lang="en-US" altLang="ko-KR" sz="2398" b="1" spc="-60" dirty="0" smtClean="0">
              <a:solidFill>
                <a:srgbClr val="4C4C4E"/>
              </a:solidFill>
              <a:latin typeface="Malgun Gothic"/>
              <a:cs typeface="Malgun Gothic"/>
            </a:endParaRPr>
          </a:p>
          <a:p>
            <a:pPr algn="l">
              <a:lnSpc>
                <a:spcPct val="110000"/>
              </a:lnSpc>
              <a:defRPr/>
            </a:pPr>
            <a:r>
              <a:rPr lang="ko-KR" altLang="en-US" sz="2398" b="1" spc="-60" smtClean="0">
                <a:solidFill>
                  <a:srgbClr val="4C4C4E"/>
                </a:solidFill>
                <a:latin typeface="Malgun Gothic"/>
                <a:cs typeface="Malgun Gothic"/>
              </a:rPr>
              <a:t>신입사원 교육</a:t>
            </a:r>
            <a:endParaRPr lang="en-US" altLang="ko-KR" sz="2398" b="1" spc="-60" dirty="0">
              <a:solidFill>
                <a:srgbClr val="4C4C4E"/>
              </a:solidFill>
              <a:latin typeface="Malgun Gothic"/>
              <a:cs typeface="Malgun Gothi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03427" y="4535798"/>
            <a:ext cx="3224238" cy="1537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lvl="0"/>
            <a:r>
              <a:rPr lang="en-US" altLang="ko-KR" sz="999" dirty="0">
                <a:solidFill>
                  <a:srgbClr val="4C4C4E"/>
                </a:solidFill>
                <a:latin typeface="Malgun Gothic"/>
                <a:cs typeface="Malgun Gothic"/>
              </a:rPr>
              <a:t>2024. </a:t>
            </a:r>
            <a:r>
              <a:rPr lang="en-US" altLang="ko-KR" sz="999" dirty="0" smtClean="0">
                <a:solidFill>
                  <a:srgbClr val="4C4C4E"/>
                </a:solidFill>
                <a:latin typeface="Malgun Gothic"/>
                <a:cs typeface="Malgun Gothic"/>
              </a:rPr>
              <a:t>08</a:t>
            </a:r>
            <a:endParaRPr lang="ko-KR" altLang="en-US" sz="999" dirty="0">
              <a:solidFill>
                <a:srgbClr val="4C4C4E"/>
              </a:solidFill>
              <a:latin typeface="Malgun Gothic"/>
              <a:cs typeface="Malgun Gothic"/>
            </a:endParaRPr>
          </a:p>
        </p:txBody>
      </p:sp>
      <p:pic>
        <p:nvPicPr>
          <p:cNvPr id="12" name="Picture 2" descr="D:\김소리\홍보팀\CI BI\CI_BI\그룹사 CI BI\CI BI 디자인 가이드\그룹사 CI\기본형_Full color\kt skylife_기본형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2328" y="4369879"/>
            <a:ext cx="1591967" cy="418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8611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3">
            <a:extLst>
              <a:ext uri="{FF2B5EF4-FFF2-40B4-BE49-F238E27FC236}">
                <a16:creationId xmlns:a16="http://schemas.microsoft.com/office/drawing/2014/main" id="{E741E727-6CDD-4645-B26F-BD544A2F4D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9899352"/>
              </p:ext>
            </p:extLst>
          </p:nvPr>
        </p:nvGraphicFramePr>
        <p:xfrm>
          <a:off x="5271715" y="3381447"/>
          <a:ext cx="3575134" cy="14219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8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66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7994">
                <a:tc>
                  <a:txBody>
                    <a:bodyPr/>
                    <a:lstStyle/>
                    <a:p>
                      <a:pPr marL="0" indent="0" algn="ctr" defTabSz="914229" rtl="0" eaLnBrk="1" latinLnBrk="1" hangingPunct="1">
                        <a:spcBef>
                          <a:spcPct val="20000"/>
                        </a:spcBef>
                        <a:buFont typeface="Arial" pitchFamily="34" charset="0"/>
                        <a:buNone/>
                      </a:pPr>
                      <a:r>
                        <a:rPr lang="en-US" altLang="ko-KR" sz="1200" b="0" kern="1200" spc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01</a:t>
                      </a:r>
                      <a:endParaRPr lang="ko-KR" altLang="en-US" sz="1200" b="0" kern="1200" spc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229" rtl="0" eaLnBrk="1" latinLnBrk="1" hangingPunct="1">
                        <a:spcBef>
                          <a:spcPct val="20000"/>
                        </a:spcBef>
                        <a:buFont typeface="Arial" pitchFamily="34" charset="0"/>
                        <a:buNone/>
                      </a:pPr>
                      <a:r>
                        <a:rPr lang="ko-KR" altLang="en-US" sz="1200" b="1" kern="1200" spc="-6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홈페이지 소개</a:t>
                      </a:r>
                      <a:endParaRPr lang="en-US" altLang="ko-KR" sz="1200" b="1" kern="1200" spc="-6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1355" marR="91355" marT="45678" marB="4567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620">
                <a:tc>
                  <a:txBody>
                    <a:bodyPr/>
                    <a:lstStyle/>
                    <a:p>
                      <a:pPr marL="0" indent="0" algn="ctr" defTabSz="914229" rtl="0" eaLnBrk="1" latinLnBrk="1" hangingPunct="1">
                        <a:spcBef>
                          <a:spcPct val="20000"/>
                        </a:spcBef>
                        <a:buFont typeface="Arial" pitchFamily="34" charset="0"/>
                        <a:buNone/>
                      </a:pPr>
                      <a:r>
                        <a:rPr lang="en-US" altLang="ko-KR" sz="1200" b="0" kern="1200" spc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02</a:t>
                      </a:r>
                      <a:endParaRPr lang="ko-KR" altLang="en-US" sz="1200" b="0" kern="1200" spc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29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200" b="1" kern="1200" spc="-6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주요 </a:t>
                      </a:r>
                      <a:r>
                        <a:rPr lang="ko-KR" altLang="en-US" sz="1200" b="1" kern="1200" spc="-6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운영업무</a:t>
                      </a:r>
                      <a:endParaRPr lang="en-US" altLang="ko-KR" sz="1200" b="1" kern="1200" spc="-6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1355" marR="91355" marT="45678" marB="4567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455074"/>
                  </a:ext>
                </a:extLst>
              </a:tr>
              <a:tr h="281883">
                <a:tc>
                  <a:txBody>
                    <a:bodyPr/>
                    <a:lstStyle/>
                    <a:p>
                      <a:pPr marL="0" indent="0" algn="ctr" defTabSz="914229" rtl="0" eaLnBrk="1" latinLnBrk="1" hangingPunct="1">
                        <a:spcBef>
                          <a:spcPct val="20000"/>
                        </a:spcBef>
                        <a:buFont typeface="Arial" pitchFamily="34" charset="0"/>
                        <a:buNone/>
                      </a:pPr>
                      <a:r>
                        <a:rPr lang="en-US" altLang="ko-KR" sz="1200" b="0" kern="1200" spc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03</a:t>
                      </a:r>
                      <a:endParaRPr lang="ko-KR" altLang="en-US" sz="1200" b="0" kern="1200" spc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29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200" b="1" kern="1200" spc="-6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서비스 시스템 구성</a:t>
                      </a:r>
                      <a:endParaRPr lang="en-US" altLang="ko-KR" sz="1200" b="1" kern="1200" spc="-6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1355" marR="91355" marT="45678" marB="4567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005">
                <a:tc>
                  <a:txBody>
                    <a:bodyPr/>
                    <a:lstStyle/>
                    <a:p>
                      <a:pPr marL="0" indent="0" algn="ctr" defTabSz="914229" rtl="0" eaLnBrk="1" latinLnBrk="1" hangingPunct="1">
                        <a:spcBef>
                          <a:spcPct val="20000"/>
                        </a:spcBef>
                        <a:buFont typeface="Arial" pitchFamily="34" charset="0"/>
                        <a:buNone/>
                      </a:pPr>
                      <a:r>
                        <a:rPr lang="en-US" altLang="ko-KR" sz="1200" b="0" kern="1200" spc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04</a:t>
                      </a:r>
                      <a:endParaRPr lang="ko-KR" altLang="en-US" sz="1200" b="0" kern="1200" spc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229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200" b="1" kern="1200" spc="-6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업무 진행 프로세스</a:t>
                      </a:r>
                      <a:endParaRPr lang="en-US" altLang="ko-KR" sz="1200" b="1" kern="1200" spc="-6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1355" marR="91355" marT="45678" marB="4567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8332314"/>
                  </a:ext>
                </a:extLst>
              </a:tr>
              <a:tr h="195005">
                <a:tc>
                  <a:txBody>
                    <a:bodyPr/>
                    <a:lstStyle/>
                    <a:p>
                      <a:pPr marL="0" indent="0" algn="ctr" defTabSz="914229" rtl="0" eaLnBrk="1" latinLnBrk="1" hangingPunct="1">
                        <a:spcBef>
                          <a:spcPct val="20000"/>
                        </a:spcBef>
                        <a:buFont typeface="Arial" pitchFamily="34" charset="0"/>
                        <a:buNone/>
                      </a:pPr>
                      <a:r>
                        <a:rPr lang="en-US" altLang="ko-KR" sz="1200" b="0" kern="1200" spc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05</a:t>
                      </a:r>
                      <a:endParaRPr lang="ko-KR" altLang="en-US" sz="1200" b="0" kern="1200" spc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229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200" b="1" kern="1200" spc="-6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서비스 장애 및 처리절차</a:t>
                      </a:r>
                      <a:endParaRPr lang="en-US" altLang="ko-KR" sz="1200" b="1" kern="1200" spc="-6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1355" marR="91355" marT="45678" marB="45678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3801052"/>
                  </a:ext>
                </a:extLst>
              </a:tr>
            </a:tbl>
          </a:graphicData>
        </a:graphic>
      </p:graphicFrame>
      <p:sp>
        <p:nvSpPr>
          <p:cNvPr id="9" name="Title 1"/>
          <p:cNvSpPr txBox="1">
            <a:spLocks/>
          </p:cNvSpPr>
          <p:nvPr/>
        </p:nvSpPr>
        <p:spPr>
          <a:xfrm>
            <a:off x="625481" y="432844"/>
            <a:ext cx="7697010" cy="43457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198" b="1" dirty="0">
                <a:solidFill>
                  <a:schemeClr val="bg1"/>
                </a:solidFill>
                <a:latin typeface="+mj-ea"/>
              </a:rPr>
              <a:t>Contents</a:t>
            </a:r>
            <a:endParaRPr lang="en-US" sz="2198" b="1" dirty="0">
              <a:solidFill>
                <a:schemeClr val="bg1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432051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 txBox="1">
            <a:spLocks/>
          </p:cNvSpPr>
          <p:nvPr/>
        </p:nvSpPr>
        <p:spPr>
          <a:xfrm>
            <a:off x="514415" y="297610"/>
            <a:ext cx="7063922" cy="408347"/>
          </a:xfrm>
          <a:prstGeom prst="rect">
            <a:avLst/>
          </a:prstGeom>
        </p:spPr>
        <p:txBody>
          <a:bodyPr lIns="0" tIns="0" rIns="0" bIns="0"/>
          <a:lstStyle>
            <a:lvl1pPr algn="l" defTabSz="257208" rtl="0" eaLnBrk="1" latinLnBrk="1" hangingPunct="1">
              <a:spcBef>
                <a:spcPct val="0"/>
              </a:spcBef>
              <a:buNone/>
              <a:defRPr sz="2198" b="1" kern="1200" spc="-60" baseline="0">
                <a:solidFill>
                  <a:srgbClr val="4C4C4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 smtClean="0"/>
              <a:t>01. </a:t>
            </a:r>
            <a:r>
              <a:rPr lang="ko-KR" altLang="en-US" smtClean="0"/>
              <a:t>홈페이지 소개</a:t>
            </a:r>
            <a:endParaRPr lang="en-US" dirty="0"/>
          </a:p>
        </p:txBody>
      </p:sp>
      <p:sp>
        <p:nvSpPr>
          <p:cNvPr id="365" name="사각형: 둥근 모서리 364">
            <a:extLst>
              <a:ext uri="{FF2B5EF4-FFF2-40B4-BE49-F238E27FC236}">
                <a16:creationId xmlns:a16="http://schemas.microsoft.com/office/drawing/2014/main" id="{8C6ED558-8E01-0108-D49B-F1FB8774F6A8}"/>
              </a:ext>
            </a:extLst>
          </p:cNvPr>
          <p:cNvSpPr/>
          <p:nvPr/>
        </p:nvSpPr>
        <p:spPr>
          <a:xfrm>
            <a:off x="549990" y="676339"/>
            <a:ext cx="7949544" cy="643499"/>
          </a:xfrm>
          <a:prstGeom prst="roundRect">
            <a:avLst>
              <a:gd name="adj" fmla="val 0"/>
            </a:avLst>
          </a:prstGeom>
          <a:solidFill>
            <a:srgbClr val="7396AC"/>
          </a:solidFill>
          <a:ln w="3175">
            <a:noFill/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1200" b="1" dirty="0" smtClean="0">
                <a:ln w="3175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+mj-cs"/>
              </a:rPr>
              <a:t>서비스 범위 </a:t>
            </a:r>
            <a:r>
              <a:rPr lang="en-US" altLang="ko-KR" sz="1200" b="1" dirty="0" smtClean="0">
                <a:ln w="3175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+mj-cs"/>
              </a:rPr>
              <a:t>: TV, INT, MVNO </a:t>
            </a:r>
            <a:r>
              <a:rPr lang="ko-KR" altLang="en-US" sz="1200" b="1" dirty="0" smtClean="0">
                <a:ln w="3175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+mj-cs"/>
              </a:rPr>
              <a:t>상품에 대한 소개</a:t>
            </a:r>
            <a:r>
              <a:rPr lang="en-US" altLang="ko-KR" sz="1200" b="1" dirty="0" smtClean="0">
                <a:ln w="3175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+mj-cs"/>
              </a:rPr>
              <a:t>, </a:t>
            </a:r>
            <a:r>
              <a:rPr lang="ko-KR" altLang="en-US" sz="1200" b="1" dirty="0" smtClean="0">
                <a:ln w="3175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+mj-cs"/>
              </a:rPr>
              <a:t>접수</a:t>
            </a:r>
            <a:r>
              <a:rPr lang="en-US" altLang="ko-KR" sz="1200" b="1" dirty="0" smtClean="0">
                <a:ln w="3175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+mj-cs"/>
              </a:rPr>
              <a:t>, </a:t>
            </a:r>
            <a:r>
              <a:rPr lang="ko-KR" altLang="en-US" sz="1200" b="1" dirty="0" err="1" smtClean="0">
                <a:ln w="3175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+mj-cs"/>
              </a:rPr>
              <a:t>셀프개통</a:t>
            </a:r>
            <a:r>
              <a:rPr lang="ko-KR" altLang="en-US" sz="1200" b="1" dirty="0" smtClean="0">
                <a:ln w="3175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+mj-cs"/>
              </a:rPr>
              <a:t> 그리고 </a:t>
            </a:r>
            <a:r>
              <a:rPr lang="ko-KR" altLang="en-US" sz="1200" b="1" dirty="0" err="1" smtClean="0">
                <a:ln w="3175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+mj-cs"/>
              </a:rPr>
              <a:t>가입정보</a:t>
            </a:r>
            <a:r>
              <a:rPr lang="ko-KR" altLang="en-US" sz="1200" b="1" dirty="0" smtClean="0">
                <a:ln w="3175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+mj-cs"/>
              </a:rPr>
              <a:t> 조회 및 변경</a:t>
            </a:r>
            <a:endParaRPr lang="en-US" altLang="ko-KR" sz="1200" b="1" dirty="0" smtClean="0">
              <a:ln w="3175">
                <a:noFill/>
              </a:ln>
              <a:solidFill>
                <a:schemeClr val="bg1"/>
              </a:solidFill>
              <a:latin typeface="+mj-ea"/>
              <a:ea typeface="+mj-ea"/>
              <a:cs typeface="+mj-cs"/>
            </a:endParaRPr>
          </a:p>
          <a:p>
            <a:r>
              <a:rPr lang="ko-KR" altLang="en-US" sz="1200" b="1" dirty="0" smtClean="0">
                <a:ln w="3175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+mj-cs"/>
              </a:rPr>
              <a:t>해당 서비스를 위해 상품별로 </a:t>
            </a:r>
            <a:r>
              <a:rPr lang="ko-KR" altLang="en-US" sz="1200" b="1" dirty="0" err="1" smtClean="0">
                <a:ln w="3175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+mj-cs"/>
              </a:rPr>
              <a:t>기간계</a:t>
            </a:r>
            <a:r>
              <a:rPr lang="ko-KR" altLang="en-US" sz="1200" b="1" dirty="0" smtClean="0">
                <a:ln w="3175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+mj-cs"/>
              </a:rPr>
              <a:t> 연동을 통해 진행 및 </a:t>
            </a:r>
            <a:r>
              <a:rPr lang="en-US" altLang="ko-KR" sz="1200" b="1" dirty="0" smtClean="0">
                <a:ln w="3175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+mj-cs"/>
              </a:rPr>
              <a:t>UI/UX </a:t>
            </a:r>
            <a:r>
              <a:rPr lang="ko-KR" altLang="en-US" sz="1200" b="1" dirty="0" smtClean="0">
                <a:ln w="3175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+mj-cs"/>
              </a:rPr>
              <a:t>개발</a:t>
            </a:r>
            <a:r>
              <a:rPr lang="en-US" altLang="ko-KR" sz="1200" b="1" dirty="0" smtClean="0">
                <a:ln w="3175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+mj-cs"/>
              </a:rPr>
              <a:t>(</a:t>
            </a:r>
            <a:r>
              <a:rPr lang="ko-KR" altLang="en-US" sz="1200" b="1" dirty="0" err="1" smtClean="0">
                <a:ln w="3175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+mj-cs"/>
              </a:rPr>
              <a:t>디영</a:t>
            </a:r>
            <a:r>
              <a:rPr lang="en-US" altLang="ko-KR" sz="1200" b="1" dirty="0" smtClean="0">
                <a:ln w="3175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+mj-cs"/>
              </a:rPr>
              <a:t>1</a:t>
            </a:r>
            <a:r>
              <a:rPr lang="ko-KR" altLang="en-US" sz="1200" b="1" dirty="0" smtClean="0">
                <a:ln w="3175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+mj-cs"/>
              </a:rPr>
              <a:t>팀 기획</a:t>
            </a:r>
            <a:r>
              <a:rPr lang="en-US" altLang="ko-KR" sz="1200" b="1" dirty="0" smtClean="0">
                <a:ln w="3175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+mj-cs"/>
              </a:rPr>
              <a:t>)</a:t>
            </a:r>
            <a:endParaRPr lang="en-US" altLang="ko-KR" sz="1200" b="1" dirty="0" smtClean="0">
              <a:ln w="3175">
                <a:noFill/>
              </a:ln>
              <a:solidFill>
                <a:schemeClr val="bg1"/>
              </a:solidFill>
              <a:latin typeface="+mj-ea"/>
              <a:ea typeface="+mj-ea"/>
              <a:cs typeface="+mj-cs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990" y="1602297"/>
            <a:ext cx="3998833" cy="2893522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9576" y="1602297"/>
            <a:ext cx="3548622" cy="2651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525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 txBox="1">
            <a:spLocks/>
          </p:cNvSpPr>
          <p:nvPr/>
        </p:nvSpPr>
        <p:spPr>
          <a:xfrm>
            <a:off x="514415" y="297610"/>
            <a:ext cx="7063922" cy="408347"/>
          </a:xfrm>
          <a:prstGeom prst="rect">
            <a:avLst/>
          </a:prstGeom>
        </p:spPr>
        <p:txBody>
          <a:bodyPr lIns="0" tIns="0" rIns="0" bIns="0"/>
          <a:lstStyle>
            <a:lvl1pPr algn="l" defTabSz="257208" rtl="0" eaLnBrk="1" latinLnBrk="1" hangingPunct="1">
              <a:spcBef>
                <a:spcPct val="0"/>
              </a:spcBef>
              <a:buNone/>
              <a:defRPr sz="2198" b="1" kern="1200" spc="-60" baseline="0">
                <a:solidFill>
                  <a:srgbClr val="4C4C4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 smtClean="0"/>
              <a:t>01. </a:t>
            </a:r>
            <a:r>
              <a:rPr lang="ko-KR" altLang="en-US" smtClean="0"/>
              <a:t>홈페이지 소개</a:t>
            </a:r>
            <a:endParaRPr lang="en-US" dirty="0"/>
          </a:p>
        </p:txBody>
      </p:sp>
      <p:sp>
        <p:nvSpPr>
          <p:cNvPr id="365" name="사각형: 둥근 모서리 364">
            <a:extLst>
              <a:ext uri="{FF2B5EF4-FFF2-40B4-BE49-F238E27FC236}">
                <a16:creationId xmlns:a16="http://schemas.microsoft.com/office/drawing/2014/main" id="{8C6ED558-8E01-0108-D49B-F1FB8774F6A8}"/>
              </a:ext>
            </a:extLst>
          </p:cNvPr>
          <p:cNvSpPr/>
          <p:nvPr/>
        </p:nvSpPr>
        <p:spPr>
          <a:xfrm>
            <a:off x="549990" y="676339"/>
            <a:ext cx="7949544" cy="643499"/>
          </a:xfrm>
          <a:prstGeom prst="roundRect">
            <a:avLst>
              <a:gd name="adj" fmla="val 0"/>
            </a:avLst>
          </a:prstGeom>
          <a:solidFill>
            <a:srgbClr val="7396AC"/>
          </a:solidFill>
          <a:ln w="3175">
            <a:noFill/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1200" b="1" dirty="0" smtClean="0">
                <a:ln w="3175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+mj-cs"/>
              </a:rPr>
              <a:t>서비스 채널은 </a:t>
            </a:r>
            <a:r>
              <a:rPr lang="en-US" altLang="ko-KR" sz="1200" b="1" dirty="0" smtClean="0">
                <a:ln w="3175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+mj-cs"/>
              </a:rPr>
              <a:t>PC, </a:t>
            </a:r>
            <a:r>
              <a:rPr lang="ko-KR" altLang="en-US" sz="1200" b="1" dirty="0" smtClean="0">
                <a:ln w="3175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+mj-cs"/>
              </a:rPr>
              <a:t>모바일 웹</a:t>
            </a:r>
            <a:r>
              <a:rPr lang="en-US" altLang="ko-KR" sz="1200" b="1" dirty="0" smtClean="0">
                <a:ln w="3175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+mj-cs"/>
              </a:rPr>
              <a:t>, </a:t>
            </a:r>
            <a:r>
              <a:rPr lang="ko-KR" altLang="en-US" sz="1200" b="1" dirty="0" smtClean="0">
                <a:ln w="3175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+mj-cs"/>
              </a:rPr>
              <a:t>모바일 앱</a:t>
            </a:r>
            <a:r>
              <a:rPr lang="en-US" altLang="ko-KR" sz="1200" b="1" dirty="0" smtClean="0">
                <a:ln w="3175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+mj-cs"/>
              </a:rPr>
              <a:t>(</a:t>
            </a:r>
            <a:r>
              <a:rPr lang="ko-KR" altLang="en-US" sz="1200" b="1" dirty="0" smtClean="0">
                <a:ln w="3175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+mj-cs"/>
              </a:rPr>
              <a:t>안드로이드</a:t>
            </a:r>
            <a:r>
              <a:rPr lang="en-US" altLang="ko-KR" sz="1200" b="1" dirty="0" smtClean="0">
                <a:ln w="3175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+mj-cs"/>
              </a:rPr>
              <a:t>, IOS</a:t>
            </a:r>
            <a:r>
              <a:rPr lang="ko-KR" altLang="en-US" sz="1200" b="1" dirty="0" smtClean="0">
                <a:ln w="3175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+mj-cs"/>
              </a:rPr>
              <a:t>지원</a:t>
            </a:r>
            <a:r>
              <a:rPr lang="en-US" altLang="ko-KR" sz="1200" b="1" dirty="0" smtClean="0">
                <a:ln w="3175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+mj-cs"/>
              </a:rPr>
              <a:t>), </a:t>
            </a:r>
            <a:r>
              <a:rPr lang="ko-KR" altLang="en-US" sz="1200" b="1" dirty="0" err="1" smtClean="0">
                <a:ln w="3175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+mj-cs"/>
              </a:rPr>
              <a:t>리모콘</a:t>
            </a:r>
            <a:r>
              <a:rPr lang="en-US" altLang="ko-KR" sz="1200" b="1" dirty="0" smtClean="0">
                <a:ln w="3175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+mj-cs"/>
              </a:rPr>
              <a:t>(</a:t>
            </a:r>
            <a:r>
              <a:rPr lang="ko-KR" altLang="en-US" sz="1200" b="1" dirty="0" smtClean="0">
                <a:ln w="3175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+mj-cs"/>
              </a:rPr>
              <a:t>안드로이드</a:t>
            </a:r>
            <a:r>
              <a:rPr lang="en-US" altLang="ko-KR" sz="1200" b="1" dirty="0" smtClean="0">
                <a:ln w="3175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+mj-cs"/>
              </a:rPr>
              <a:t>) </a:t>
            </a:r>
            <a:r>
              <a:rPr lang="ko-KR" altLang="en-US" sz="1200" b="1" dirty="0" smtClean="0">
                <a:ln w="3175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+mj-cs"/>
              </a:rPr>
              <a:t>구성</a:t>
            </a:r>
            <a:endParaRPr lang="en-US" altLang="ko-KR" sz="1200" b="1" dirty="0" smtClean="0">
              <a:ln w="3175">
                <a:noFill/>
              </a:ln>
              <a:solidFill>
                <a:schemeClr val="bg1"/>
              </a:solidFill>
              <a:latin typeface="+mj-ea"/>
              <a:ea typeface="+mj-ea"/>
              <a:cs typeface="+mj-cs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7909" y="1475374"/>
            <a:ext cx="1814837" cy="3393981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1144" y="1475374"/>
            <a:ext cx="1721233" cy="3393981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324" y="1454581"/>
            <a:ext cx="1589203" cy="336563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77542" y="1475374"/>
            <a:ext cx="1509091" cy="3329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082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 txBox="1">
            <a:spLocks/>
          </p:cNvSpPr>
          <p:nvPr/>
        </p:nvSpPr>
        <p:spPr>
          <a:xfrm>
            <a:off x="514415" y="297610"/>
            <a:ext cx="7063922" cy="408347"/>
          </a:xfrm>
          <a:prstGeom prst="rect">
            <a:avLst/>
          </a:prstGeom>
        </p:spPr>
        <p:txBody>
          <a:bodyPr lIns="0" tIns="0" rIns="0" bIns="0"/>
          <a:lstStyle>
            <a:lvl1pPr algn="l" defTabSz="257208" rtl="0" eaLnBrk="1" latinLnBrk="1" hangingPunct="1">
              <a:spcBef>
                <a:spcPct val="0"/>
              </a:spcBef>
              <a:buNone/>
              <a:defRPr sz="2198" b="1" kern="1200" spc="-60" baseline="0">
                <a:solidFill>
                  <a:srgbClr val="4C4C4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 smtClean="0"/>
              <a:t>01. </a:t>
            </a:r>
            <a:r>
              <a:rPr lang="ko-KR" altLang="en-US" smtClean="0"/>
              <a:t>홈페이지 소개</a:t>
            </a:r>
            <a:endParaRPr lang="en-US" dirty="0"/>
          </a:p>
        </p:txBody>
      </p:sp>
      <p:sp>
        <p:nvSpPr>
          <p:cNvPr id="365" name="사각형: 둥근 모서리 364">
            <a:extLst>
              <a:ext uri="{FF2B5EF4-FFF2-40B4-BE49-F238E27FC236}">
                <a16:creationId xmlns:a16="http://schemas.microsoft.com/office/drawing/2014/main" id="{8C6ED558-8E01-0108-D49B-F1FB8774F6A8}"/>
              </a:ext>
            </a:extLst>
          </p:cNvPr>
          <p:cNvSpPr/>
          <p:nvPr/>
        </p:nvSpPr>
        <p:spPr>
          <a:xfrm>
            <a:off x="549990" y="676339"/>
            <a:ext cx="7949544" cy="643499"/>
          </a:xfrm>
          <a:prstGeom prst="roundRect">
            <a:avLst>
              <a:gd name="adj" fmla="val 0"/>
            </a:avLst>
          </a:prstGeom>
          <a:solidFill>
            <a:srgbClr val="7396AC"/>
          </a:solidFill>
          <a:ln w="3175">
            <a:noFill/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1200" b="1" dirty="0" smtClean="0">
                <a:ln w="3175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+mj-cs"/>
              </a:rPr>
              <a:t>기업홈페이지는 경영</a:t>
            </a:r>
            <a:r>
              <a:rPr lang="en-US" altLang="ko-KR" sz="1200" b="1" dirty="0" smtClean="0">
                <a:ln w="3175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+mj-cs"/>
              </a:rPr>
              <a:t>, </a:t>
            </a:r>
            <a:r>
              <a:rPr lang="ko-KR" altLang="en-US" sz="1200" b="1" dirty="0" smtClean="0">
                <a:ln w="3175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+mj-cs"/>
              </a:rPr>
              <a:t>재무</a:t>
            </a:r>
            <a:r>
              <a:rPr lang="en-US" altLang="ko-KR" sz="1200" b="1" dirty="0" smtClean="0">
                <a:ln w="3175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+mj-cs"/>
              </a:rPr>
              <a:t>, </a:t>
            </a:r>
            <a:r>
              <a:rPr lang="ko-KR" altLang="en-US" sz="1200" b="1" dirty="0" smtClean="0">
                <a:ln w="3175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+mj-cs"/>
              </a:rPr>
              <a:t>홍보</a:t>
            </a:r>
            <a:r>
              <a:rPr lang="en-US" altLang="ko-KR" sz="1200" b="1" dirty="0" smtClean="0">
                <a:ln w="3175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+mj-cs"/>
              </a:rPr>
              <a:t>, </a:t>
            </a:r>
            <a:r>
              <a:rPr lang="ko-KR" altLang="en-US" sz="1200" b="1" dirty="0" smtClean="0">
                <a:ln w="3175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+mj-cs"/>
              </a:rPr>
              <a:t>채용 </a:t>
            </a:r>
            <a:r>
              <a:rPr lang="ko-KR" altLang="en-US" sz="1200" b="1" dirty="0" smtClean="0">
                <a:ln w="3175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+mj-cs"/>
              </a:rPr>
              <a:t>등 회사 전반에 대한 </a:t>
            </a:r>
            <a:r>
              <a:rPr lang="ko-KR" altLang="en-US" sz="1200" b="1" dirty="0" smtClean="0">
                <a:ln w="3175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+mj-cs"/>
              </a:rPr>
              <a:t>소개</a:t>
            </a:r>
            <a:r>
              <a:rPr lang="en-US" altLang="ko-KR" sz="1200" b="1" dirty="0" smtClean="0">
                <a:ln w="3175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+mj-cs"/>
              </a:rPr>
              <a:t>(</a:t>
            </a:r>
            <a:r>
              <a:rPr lang="ko-KR" altLang="en-US" sz="1200" b="1" dirty="0" smtClean="0">
                <a:ln w="3175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+mj-cs"/>
              </a:rPr>
              <a:t>브랜드혁신팀 </a:t>
            </a:r>
            <a:r>
              <a:rPr lang="ko-KR" altLang="en-US" sz="1200" b="1" dirty="0" smtClean="0">
                <a:ln w="3175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+mj-cs"/>
              </a:rPr>
              <a:t>기획</a:t>
            </a:r>
            <a:r>
              <a:rPr lang="en-US" altLang="ko-KR" sz="1200" b="1" dirty="0" smtClean="0">
                <a:ln w="3175">
                  <a:noFill/>
                </a:ln>
                <a:solidFill>
                  <a:schemeClr val="bg1"/>
                </a:solidFill>
                <a:latin typeface="+mj-ea"/>
                <a:ea typeface="+mj-ea"/>
                <a:cs typeface="+mj-cs"/>
              </a:rPr>
              <a:t>)</a:t>
            </a:r>
            <a:endParaRPr lang="en-US" altLang="ko-KR" sz="1200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990" y="1438550"/>
            <a:ext cx="4694443" cy="325928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6443" y="1712647"/>
            <a:ext cx="4453595" cy="2987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955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 txBox="1">
            <a:spLocks/>
          </p:cNvSpPr>
          <p:nvPr/>
        </p:nvSpPr>
        <p:spPr>
          <a:xfrm>
            <a:off x="514415" y="297610"/>
            <a:ext cx="7063922" cy="408347"/>
          </a:xfrm>
          <a:prstGeom prst="rect">
            <a:avLst/>
          </a:prstGeom>
        </p:spPr>
        <p:txBody>
          <a:bodyPr lIns="0" tIns="0" rIns="0" bIns="0"/>
          <a:lstStyle>
            <a:lvl1pPr algn="l" defTabSz="257208" rtl="0" eaLnBrk="1" latinLnBrk="1" hangingPunct="1">
              <a:spcBef>
                <a:spcPct val="0"/>
              </a:spcBef>
              <a:buNone/>
              <a:defRPr sz="2198" b="1" kern="1200" spc="-60" baseline="0">
                <a:solidFill>
                  <a:srgbClr val="4C4C4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 smtClean="0"/>
              <a:t>02. </a:t>
            </a:r>
            <a:r>
              <a:rPr lang="ko-KR" altLang="en-US" dirty="0"/>
              <a:t>주요 </a:t>
            </a:r>
            <a:r>
              <a:rPr lang="ko-KR" altLang="en-US" dirty="0" err="1" smtClean="0"/>
              <a:t>운영업무</a:t>
            </a:r>
            <a:endParaRPr 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415" y="705957"/>
            <a:ext cx="8002117" cy="4029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902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 txBox="1">
            <a:spLocks/>
          </p:cNvSpPr>
          <p:nvPr/>
        </p:nvSpPr>
        <p:spPr>
          <a:xfrm>
            <a:off x="514415" y="297610"/>
            <a:ext cx="7063922" cy="408347"/>
          </a:xfrm>
          <a:prstGeom prst="rect">
            <a:avLst/>
          </a:prstGeom>
        </p:spPr>
        <p:txBody>
          <a:bodyPr lIns="0" tIns="0" rIns="0" bIns="0"/>
          <a:lstStyle>
            <a:lvl1pPr algn="l" defTabSz="257208" rtl="0" eaLnBrk="1" latinLnBrk="1" hangingPunct="1">
              <a:spcBef>
                <a:spcPct val="0"/>
              </a:spcBef>
              <a:buNone/>
              <a:defRPr sz="2198" b="1" kern="1200" spc="-60" baseline="0">
                <a:solidFill>
                  <a:srgbClr val="4C4C4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 smtClean="0"/>
              <a:t>03. </a:t>
            </a:r>
            <a:r>
              <a:rPr lang="ko-KR" altLang="en-US" dirty="0" smtClean="0"/>
              <a:t>서비스 시스템 구성</a:t>
            </a:r>
            <a:endParaRPr 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558" y="705957"/>
            <a:ext cx="5715798" cy="4201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502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 txBox="1">
            <a:spLocks/>
          </p:cNvSpPr>
          <p:nvPr/>
        </p:nvSpPr>
        <p:spPr>
          <a:xfrm>
            <a:off x="514415" y="297610"/>
            <a:ext cx="7063922" cy="408347"/>
          </a:xfrm>
          <a:prstGeom prst="rect">
            <a:avLst/>
          </a:prstGeom>
        </p:spPr>
        <p:txBody>
          <a:bodyPr lIns="0" tIns="0" rIns="0" bIns="0"/>
          <a:lstStyle>
            <a:lvl1pPr algn="l" defTabSz="257208" rtl="0" eaLnBrk="1" latinLnBrk="1" hangingPunct="1">
              <a:spcBef>
                <a:spcPct val="0"/>
              </a:spcBef>
              <a:buNone/>
              <a:defRPr sz="2198" b="1" kern="1200" spc="-60" baseline="0">
                <a:solidFill>
                  <a:srgbClr val="4C4C4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04. </a:t>
            </a:r>
            <a:r>
              <a:rPr lang="ko-KR" altLang="en-US" dirty="0" smtClean="0"/>
              <a:t>업무진행 프로세스</a:t>
            </a:r>
            <a:endParaRPr 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086" y="779390"/>
            <a:ext cx="7085788" cy="3860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402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 txBox="1">
            <a:spLocks/>
          </p:cNvSpPr>
          <p:nvPr/>
        </p:nvSpPr>
        <p:spPr>
          <a:xfrm>
            <a:off x="514415" y="297610"/>
            <a:ext cx="7063922" cy="408347"/>
          </a:xfrm>
          <a:prstGeom prst="rect">
            <a:avLst/>
          </a:prstGeom>
        </p:spPr>
        <p:txBody>
          <a:bodyPr lIns="0" tIns="0" rIns="0" bIns="0"/>
          <a:lstStyle>
            <a:lvl1pPr algn="l" defTabSz="257208" rtl="0" eaLnBrk="1" latinLnBrk="1" hangingPunct="1">
              <a:spcBef>
                <a:spcPct val="0"/>
              </a:spcBef>
              <a:buNone/>
              <a:defRPr sz="2198" b="1" kern="1200" spc="-60" baseline="0">
                <a:solidFill>
                  <a:srgbClr val="4C4C4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04. </a:t>
            </a:r>
            <a:r>
              <a:rPr lang="ko-KR" altLang="en-US" dirty="0" smtClean="0"/>
              <a:t>업무진행 프로세스</a:t>
            </a:r>
            <a:endParaRPr 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698" y="849086"/>
            <a:ext cx="6967109" cy="3932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793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 txBox="1">
            <a:spLocks/>
          </p:cNvSpPr>
          <p:nvPr/>
        </p:nvSpPr>
        <p:spPr>
          <a:xfrm>
            <a:off x="514415" y="297610"/>
            <a:ext cx="7063922" cy="408347"/>
          </a:xfrm>
          <a:prstGeom prst="rect">
            <a:avLst/>
          </a:prstGeom>
        </p:spPr>
        <p:txBody>
          <a:bodyPr lIns="0" tIns="0" rIns="0" bIns="0"/>
          <a:lstStyle>
            <a:lvl1pPr algn="l" defTabSz="257208" rtl="0" eaLnBrk="1" latinLnBrk="1" hangingPunct="1">
              <a:spcBef>
                <a:spcPct val="0"/>
              </a:spcBef>
              <a:buNone/>
              <a:defRPr sz="2198" b="1" kern="1200" spc="-60" baseline="0">
                <a:solidFill>
                  <a:srgbClr val="4C4C4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 smtClean="0"/>
              <a:t>05. </a:t>
            </a:r>
            <a:r>
              <a:rPr lang="ko-KR" altLang="en-US" dirty="0" smtClean="0"/>
              <a:t>서비스 장애 및 처리절차</a:t>
            </a:r>
            <a:endParaRPr 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727323"/>
            <a:ext cx="7378348" cy="4006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843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0816560"/>
      </p:ext>
    </p:extLst>
  </p:cSld>
  <p:clrMapOvr>
    <a:masterClrMapping/>
  </p:clrMapOvr>
</p:sld>
</file>

<file path=ppt/theme/theme1.xml><?xml version="1.0" encoding="utf-8"?>
<a:theme xmlns:a="http://schemas.openxmlformats.org/drawingml/2006/main" name="KT 그룹사 Color">
  <a:themeElements>
    <a:clrScheme name="KT 그룹사 Color">
      <a:dk1>
        <a:sysClr val="windowText" lastClr="000000"/>
      </a:dk1>
      <a:lt1>
        <a:sysClr val="window" lastClr="FFFFFF"/>
      </a:lt1>
      <a:dk2>
        <a:srgbClr val="4C4C4E"/>
      </a:dk2>
      <a:lt2>
        <a:srgbClr val="D1D2D4"/>
      </a:lt2>
      <a:accent1>
        <a:srgbClr val="FF0000"/>
      </a:accent1>
      <a:accent2>
        <a:srgbClr val="F9BFBE"/>
      </a:accent2>
      <a:accent3>
        <a:srgbClr val="F27173"/>
      </a:accent3>
      <a:accent4>
        <a:srgbClr val="B01116"/>
      </a:accent4>
      <a:accent5>
        <a:srgbClr val="4C4C4E"/>
      </a:accent5>
      <a:accent6>
        <a:srgbClr val="D1D2D4"/>
      </a:accent6>
      <a:hlink>
        <a:srgbClr val="FF0000"/>
      </a:hlink>
      <a:folHlink>
        <a:srgbClr val="B01116"/>
      </a:folHlink>
    </a:clrScheme>
    <a:fontScheme name="00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pattFill prst="ltDnDiag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ln w="3175">
          <a:solidFill>
            <a:schemeClr val="accent1">
              <a:lumMod val="20000"/>
              <a:lumOff val="80000"/>
            </a:schemeClr>
          </a:solidFill>
          <a:prstDash val="sysDash"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 cap="flat">
          <a:solidFill>
            <a:srgbClr val="C00000"/>
          </a:solidFill>
          <a:prstDash val="sysDash"/>
          <a:tailEnd type="triangle"/>
        </a:ln>
      </a:spPr>
      <a:bodyPr/>
      <a:lstStyle/>
      <a:style>
        <a:lnRef idx="1">
          <a:schemeClr val="accent2"/>
        </a:lnRef>
        <a:fillRef idx="0">
          <a:schemeClr val="accent2"/>
        </a:fillRef>
        <a:effectRef idx="0">
          <a:schemeClr val="accent2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noAutofit/>
      </a:bodyPr>
      <a:lstStyle>
        <a:defPPr>
          <a:lnSpc>
            <a:spcPct val="140000"/>
          </a:lnSpc>
          <a:defRPr sz="1200" spc="-60" dirty="0" smtClean="0"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KT 그룹사 Color" id="{FCF45FC2-F5CC-41AB-93C9-39088F1156C4}" vid="{3208758A-BAC6-413D-96AE-7F83E8F9235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KT 그룹사 Color</Template>
  <TotalTime>69175</TotalTime>
  <Words>148</Words>
  <Application>Microsoft Office PowerPoint</Application>
  <PresentationFormat>화면 슬라이드 쇼(16:9)</PresentationFormat>
  <Paragraphs>37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굴림</vt:lpstr>
      <vt:lpstr>Malgun Gothic</vt:lpstr>
      <vt:lpstr>Malgun Gothic</vt:lpstr>
      <vt:lpstr>Arial</vt:lpstr>
      <vt:lpstr>KT 그룹사 Color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apple</dc:creator>
  <cp:lastModifiedBy>정명호(DX지원팀)</cp:lastModifiedBy>
  <cp:revision>3097</cp:revision>
  <cp:lastPrinted>2023-05-18T12:02:51Z</cp:lastPrinted>
  <dcterms:created xsi:type="dcterms:W3CDTF">2017-11-08T07:43:10Z</dcterms:created>
  <dcterms:modified xsi:type="dcterms:W3CDTF">2026-02-20T06:15:42Z</dcterms:modified>
</cp:coreProperties>
</file>